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VMIS  ·  SYSTEM DOCUMENTATION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Flow: Login to Audit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session moves through the Vehicle Management Information System — from a badge-number login, through the role-gated modules where records get created and changed, down into the activity log that captures all of it, and back out through the one role allowed to review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4892040"/>
            <a:ext cx="7434072" cy="0"/>
          </a:xfrm>
          <a:prstGeom prst="line">
            <a:avLst/>
          </a:prstGeom>
          <a:noFill/>
          <a:ln w="19050">
            <a:solidFill>
              <a:srgbClr val="45505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93392" y="4507992"/>
            <a:ext cx="768096" cy="768096"/>
          </a:xfrm>
          <a:prstGeom prst="ellipse">
            <a:avLst/>
          </a:prstGeom>
          <a:solidFill>
            <a:srgbClr val="1B222C"/>
          </a:solidFill>
          <a:ln w="25400">
            <a:solidFill>
              <a:srgbClr val="B979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93392" y="4507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5385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0428" y="4507992"/>
            <a:ext cx="768096" cy="768096"/>
          </a:xfrm>
          <a:prstGeom prst="ellipse">
            <a:avLst/>
          </a:prstGeom>
          <a:solidFill>
            <a:srgbClr val="1B222C"/>
          </a:solidFill>
          <a:ln w="25400">
            <a:solidFill>
              <a:srgbClr val="B9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0428" y="4507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88636" y="5385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27464" y="4507992"/>
            <a:ext cx="768096" cy="768096"/>
          </a:xfrm>
          <a:prstGeom prst="ellipse">
            <a:avLst/>
          </a:prstGeom>
          <a:solidFill>
            <a:srgbClr val="1B222C"/>
          </a:solidFill>
          <a:ln w="25400">
            <a:solidFill>
              <a:srgbClr val="B97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27464" y="4507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805672" y="5385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One Audit Trail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takes the same path — the role only changes how much of the workspace it can see.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FBEDD6"/>
          </a:solidFill>
          <a:ln w="22225">
            <a:solidFill>
              <a:srgbClr val="B979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282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Authentication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12264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number or e-mail plus password. A session is created immediately, but is held at a forced password-change screen until is_password_changed flips to 1 — and every failed attempt is written to the log with a reason, not just “failed.”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FBEDD6"/>
          </a:solidFill>
          <a:ln w="22225">
            <a:solidFill>
              <a:srgbClr val="B97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314553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Role-Gated Workspace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529584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five modules — Vehicle Inventory, Maintenance &amp; PMS, Driver Management, Vehicle Types, System Users. Every query is filtered by role before it runs, so a Station Administrator's screen never even fetches another station's rows.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FBEDD6"/>
          </a:solidFill>
          <a:ln w="22225">
            <a:solidFill>
              <a:srgbClr val="B97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56285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 &amp; Oversight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946904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update and delete — plus every login, logout and failed login — funnels into one Activity Log. Only a user whose role is SUPER ADMINISTRATOR can open it; everyone else gets a 403 and never sees the nav item.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ACCESS &amp; AUTHENTICATION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credentials to a logged-in session</a:t>
            </a:r>
            <a:endParaRPr lang="en-US" sz="2500" dirty="0"/>
          </a:p>
        </p:txBody>
      </p:sp>
      <p:pic>
        <p:nvPicPr>
          <p:cNvPr id="4" name="Image 0" descr="/tmp/vmis_diagram/diagra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81829"/>
            <a:ext cx="11274552" cy="31972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created the moment credentials check out — but redirectAfterAuth() withholds the dashboard, and the “login” log entry, until the password has been changed at least once.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ROLE-GATED WORKSPACE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one shared audit thread</a:t>
            </a:r>
            <a:endParaRPr lang="en-US" sz="2500" dirty="0"/>
          </a:p>
        </p:txBody>
      </p:sp>
      <p:pic>
        <p:nvPicPr>
          <p:cNvPr id="4" name="Image 0" descr="/tmp/vmis_diagram/diagram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452" y="1371600"/>
            <a:ext cx="9524048" cy="4617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/ plate is the one exception: a read-only lookup against Vehicle Inventory data, so it never touches the Activity Log.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AUDIT TRAIL &amp; OVERSIGHT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Reviewing what the log has captured</a:t>
            </a:r>
            <a:endParaRPr lang="en-US" sz="2500" dirty="0"/>
          </a:p>
        </p:txBody>
      </p:sp>
      <p:pic>
        <p:nvPicPr>
          <p:cNvPr id="4" name="Image 0" descr="/tmp/vmis_diagram/diagram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1368"/>
            <a:ext cx="11274552" cy="3758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check happens on every request to the Activity Logs page — not just once at login — so a demoted account loses access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Worth Remembering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B222C"/>
          </a:solidFill>
          <a:ln w="22225">
            <a:solidFill>
              <a:srgbClr val="B979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527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scope narrows automatically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92808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every module query is filtered by the signed-in role before it runs. A Unit Administrator sees their unit and every station beneath it; a Station Administrator sees only their own station — the query itself never fetches out-of-scope rows.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B222C"/>
          </a:solidFill>
          <a:ln w="22225">
            <a:solidFill>
              <a:srgbClr val="B97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0358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password gate can't be skipped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401568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exists the moment credentials check out, but it is refused anywhere except the forced password-change screen until is_password_changed flips to 1. The dashboard, and the “login” log entry itself, only exist on the other side of that gate.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1B222C"/>
          </a:solidFill>
          <a:ln w="22225">
            <a:solidFill>
              <a:srgbClr val="B97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4544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isn't a per-page decision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910328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controller calls the same ActivityLog::record() helper on write, so there's no module where an edit can slip through unlogged. Uploaded files and passwords are stripped from the payload before it's ever written.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VMIS · System Documentation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2026-09-22T04:51:23Z</dcterms:created>
  <dcterms:modified xsi:type="dcterms:W3CDTF">2026-09-22T04:51:23Z</dcterms:modified>
</cp:coreProperties>
</file>